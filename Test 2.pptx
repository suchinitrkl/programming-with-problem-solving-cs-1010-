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59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67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70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14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44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37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61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63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805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08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86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4E3EA-E3D8-4FA3-BAC6-1C0CB51CF079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76966-1D97-4DF2-9ED1-316245BC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54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Test 2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58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0965" y="1825625"/>
            <a:ext cx="11009244" cy="466794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Given a five-digit integer, print the sum of its digits.</a:t>
            </a:r>
          </a:p>
          <a:p>
            <a:pPr marL="0" indent="0">
              <a:buNone/>
            </a:pPr>
            <a:r>
              <a:rPr lang="en-US" dirty="0" smtClean="0"/>
              <a:t>	Ex. 10474 will give the result as 16.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rabicPeriod" startAt="2"/>
            </a:pPr>
            <a:r>
              <a:rPr lang="en-US" dirty="0" smtClean="0"/>
              <a:t>Write a Program to Replace all 0’s with 1’s in a Number.</a:t>
            </a:r>
          </a:p>
          <a:p>
            <a:pPr marL="0" indent="0">
              <a:buNone/>
            </a:pPr>
            <a:r>
              <a:rPr lang="en-US" dirty="0" smtClean="0"/>
              <a:t>	Ex. Input = 102001, the result will be 112111.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rabicPeriod" startAt="3"/>
            </a:pPr>
            <a:r>
              <a:rPr lang="en-US" dirty="0" smtClean="0"/>
              <a:t>Write a Program to convert the binary number into a decimal number.</a:t>
            </a:r>
          </a:p>
          <a:p>
            <a:pPr marL="0" indent="0">
              <a:buNone/>
            </a:pPr>
            <a:r>
              <a:rPr lang="en-US" dirty="0" smtClean="0"/>
              <a:t>	Ex. 111 will give 7 as the answer.</a:t>
            </a:r>
          </a:p>
          <a:p>
            <a:pPr marL="514350" indent="-514350">
              <a:buAutoNum type="arabicPeriod" startAt="3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93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90261"/>
            <a:ext cx="11247783" cy="5049078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4"/>
            </a:pPr>
            <a:r>
              <a:rPr lang="en-US" dirty="0" smtClean="0"/>
              <a:t>Program to calculate the length of the string. Using two different methods</a:t>
            </a:r>
          </a:p>
          <a:p>
            <a:pPr marL="0" indent="0">
              <a:buNone/>
            </a:pPr>
            <a:r>
              <a:rPr lang="en-US" dirty="0" smtClean="0"/>
              <a:t>	Ex: “</a:t>
            </a:r>
            <a:r>
              <a:rPr lang="en-US" dirty="0" err="1" smtClean="0"/>
              <a:t>IloveCats</a:t>
            </a:r>
            <a:r>
              <a:rPr lang="en-US" dirty="0" smtClean="0"/>
              <a:t>,” the output will be 9.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  Write a program to sort this array.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/>
              <a:t> </a:t>
            </a:r>
            <a:r>
              <a:rPr lang="en-US" dirty="0" err="1" smtClean="0"/>
              <a:t>cat_ages</a:t>
            </a:r>
            <a:r>
              <a:rPr lang="en-US" dirty="0" smtClean="0"/>
              <a:t> [] = {5, 7, 2, 9, 3, 8, 1}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6.   Write a program to Store Information about Students in a Text File.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Name, Age, </a:t>
            </a:r>
            <a:r>
              <a:rPr lang="en-US" dirty="0" err="1" smtClean="0"/>
              <a:t>Fav_Food</a:t>
            </a:r>
            <a:r>
              <a:rPr lang="en-US" dirty="0" smtClean="0"/>
              <a:t>, Hobby, and like Chocolate (Yes or No)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Ex: Rahul, 22, </a:t>
            </a:r>
            <a:r>
              <a:rPr lang="en-US" dirty="0" err="1" smtClean="0"/>
              <a:t>Dosa</a:t>
            </a:r>
            <a:r>
              <a:rPr lang="en-US" dirty="0" smtClean="0"/>
              <a:t>, Kite Flying, and YES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66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Test 2</vt:lpstr>
      <vt:lpstr>Questions: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2</dc:title>
  <dc:creator>Admin</dc:creator>
  <cp:lastModifiedBy>Admin</cp:lastModifiedBy>
  <cp:revision>6</cp:revision>
  <dcterms:created xsi:type="dcterms:W3CDTF">2026-03-19T04:33:59Z</dcterms:created>
  <dcterms:modified xsi:type="dcterms:W3CDTF">2026-03-19T04:56:22Z</dcterms:modified>
</cp:coreProperties>
</file>