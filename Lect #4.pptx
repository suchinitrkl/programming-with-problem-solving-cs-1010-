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2" r:id="rId6"/>
    <p:sldId id="303" r:id="rId7"/>
    <p:sldId id="304" r:id="rId8"/>
    <p:sldId id="290" r:id="rId9"/>
    <p:sldId id="289" r:id="rId10"/>
    <p:sldId id="292" r:id="rId11"/>
    <p:sldId id="295" r:id="rId12"/>
    <p:sldId id="291" r:id="rId13"/>
    <p:sldId id="307" r:id="rId14"/>
    <p:sldId id="293" r:id="rId15"/>
    <p:sldId id="301" r:id="rId16"/>
    <p:sldId id="294" r:id="rId17"/>
    <p:sldId id="296" r:id="rId18"/>
    <p:sldId id="297" r:id="rId19"/>
    <p:sldId id="305" r:id="rId20"/>
    <p:sldId id="298" r:id="rId21"/>
    <p:sldId id="299" r:id="rId22"/>
    <p:sldId id="300" r:id="rId23"/>
    <p:sldId id="308" r:id="rId24"/>
    <p:sldId id="309" r:id="rId25"/>
    <p:sldId id="287" r:id="rId26"/>
    <p:sldId id="306" r:id="rId27"/>
    <p:sldId id="310" r:id="rId28"/>
    <p:sldId id="311" r:id="rId29"/>
    <p:sldId id="312" r:id="rId30"/>
    <p:sldId id="31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</a:t>
            </a:r>
            <a:r>
              <a:rPr lang="en-US" dirty="0" smtClean="0"/>
              <a:t>#4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Condition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The conditional operator is also known as a ternary operator. The conditional statements are the decision-making statements which depends upon the output of the expression. It is represented by two symbols, i.e.,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'?'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and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':'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endParaRPr lang="en-US" dirty="0" smtClean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Expression1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?</a:t>
            </a:r>
            <a:r>
              <a:rPr lang="en-IN" dirty="0">
                <a:latin typeface="Consolas" panose="020B0609020204030204" pitchFamily="49" charset="0"/>
              </a:rPr>
              <a:t> expression2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latin typeface="Consolas" panose="020B0609020204030204" pitchFamily="49" charset="0"/>
              </a:rPr>
              <a:t> expression3;</a:t>
            </a:r>
            <a:r>
              <a:rPr lang="en-IN" dirty="0"/>
              <a:t>  </a:t>
            </a:r>
          </a:p>
          <a:p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The behavior of the conditional operator is similar to the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'if-else' </a:t>
            </a:r>
            <a:r>
              <a:rPr lang="en-US" dirty="0">
                <a:latin typeface="Consolas" panose="020B0609020204030204" pitchFamily="49" charset="0"/>
              </a:rPr>
              <a:t>statement as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'if-else' </a:t>
            </a:r>
            <a:r>
              <a:rPr lang="en-US" dirty="0">
                <a:latin typeface="Consolas" panose="020B0609020204030204" pitchFamily="49" charset="0"/>
              </a:rPr>
              <a:t>statement is also a decision-making statement.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4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254" y="1812022"/>
            <a:ext cx="6511492" cy="2682475"/>
          </a:xfrm>
        </p:spPr>
      </p:pic>
    </p:spTree>
    <p:extLst>
      <p:ext uri="{BB962C8B-B14F-4D97-AF65-F5344CB8AC3E}">
        <p14:creationId xmlns:p14="http://schemas.microsoft.com/office/powerpoint/2010/main" val="326134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68" y="50231"/>
            <a:ext cx="10515600" cy="1325563"/>
          </a:xfrm>
        </p:spPr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8" y="1375794"/>
            <a:ext cx="12091331" cy="525989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#include &lt;</a:t>
            </a:r>
            <a:r>
              <a:rPr lang="en-IN" dirty="0" err="1">
                <a:latin typeface="Consolas" panose="020B0609020204030204" pitchFamily="49" charset="0"/>
              </a:rPr>
              <a:t>stdio.h</a:t>
            </a:r>
            <a:r>
              <a:rPr lang="en-IN" dirty="0">
                <a:latin typeface="Consolas" panose="020B0609020204030204" pitchFamily="49" charset="0"/>
              </a:rPr>
              <a:t>&gt;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 main()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{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 age;  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// variable declaration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("Enter your age");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scanf</a:t>
            </a:r>
            <a:r>
              <a:rPr lang="en-IN" dirty="0">
                <a:latin typeface="Consolas" panose="020B0609020204030204" pitchFamily="49" charset="0"/>
              </a:rPr>
              <a:t>("%d</a:t>
            </a:r>
            <a:r>
              <a:rPr lang="en-IN" dirty="0" smtClean="0">
                <a:latin typeface="Consolas" panose="020B0609020204030204" pitchFamily="49" charset="0"/>
              </a:rPr>
              <a:t>", &amp;</a:t>
            </a:r>
            <a:r>
              <a:rPr lang="en-IN" dirty="0">
                <a:latin typeface="Consolas" panose="020B0609020204030204" pitchFamily="49" charset="0"/>
              </a:rPr>
              <a:t>age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  <a:r>
              <a:rPr lang="en-IN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//taking 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user input for age variable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(age&gt;=18)? (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("eligible for voting")) : (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("not eligible for voting</a:t>
            </a:r>
            <a:r>
              <a:rPr lang="en-IN" dirty="0" smtClean="0">
                <a:latin typeface="Consolas" panose="020B0609020204030204" pitchFamily="49" charset="0"/>
              </a:rPr>
              <a:t>"));</a:t>
            </a:r>
            <a:r>
              <a:rPr lang="en-IN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//conditional operator  </a:t>
            </a:r>
            <a:endParaRPr lang="en-IN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 return 0;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71383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can execute a block of code as long as a specified condition is reached.</a:t>
            </a:r>
          </a:p>
          <a:p>
            <a:r>
              <a:rPr lang="en-US" dirty="0"/>
              <a:t>Loops are handy because they save time, reduce errors, and they make code more readable.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02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hile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The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loop loops through a block of code as long as a specified condition is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condition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My awesome washing machine code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03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938" y="478172"/>
            <a:ext cx="3674159" cy="5422005"/>
          </a:xfrm>
        </p:spPr>
      </p:pic>
    </p:spTree>
    <p:extLst>
      <p:ext uri="{BB962C8B-B14F-4D97-AF65-F5344CB8AC3E}">
        <p14:creationId xmlns:p14="http://schemas.microsoft.com/office/powerpoint/2010/main" val="361688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i 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nn-NO" dirty="0"/>
              <a:t/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&lt; </a:t>
            </a:r>
            <a:r>
              <a:rPr lang="nn-NO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nn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printf(</a:t>
            </a:r>
            <a:r>
              <a:rPr lang="nn-NO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99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i 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nn-NO" dirty="0"/>
              <a:t/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&lt; </a:t>
            </a:r>
            <a:r>
              <a:rPr lang="nn-NO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nn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printf(</a:t>
            </a:r>
            <a:r>
              <a:rPr lang="nn-NO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i++;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97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reak 				      continue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i;</a:t>
            </a:r>
            <a:r>
              <a:rPr lang="nn-NO" dirty="0"/>
              <a:t/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==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printf(</a:t>
            </a:r>
            <a:r>
              <a:rPr lang="nn-NO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i;</a:t>
            </a:r>
            <a:r>
              <a:rPr lang="nn-NO" dirty="0"/>
              <a:t/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==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continue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printf(</a:t>
            </a:r>
            <a:r>
              <a:rPr lang="nn-NO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50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while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The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do/while </a:t>
            </a:r>
            <a:r>
              <a:rPr lang="en-US" dirty="0">
                <a:latin typeface="Consolas" panose="020B0609020204030204" pitchFamily="49" charset="0"/>
              </a:rPr>
              <a:t>loop is a variant of the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loop. This loop will execute the code block once, before checking if the condition is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, then it will repeat </a:t>
            </a:r>
            <a:r>
              <a:rPr lang="en-US" dirty="0" smtClean="0">
                <a:latin typeface="Consolas" panose="020B0609020204030204" pitchFamily="49" charset="0"/>
              </a:rPr>
              <a:t>the </a:t>
            </a:r>
            <a:r>
              <a:rPr lang="en-US" dirty="0">
                <a:latin typeface="Consolas" panose="020B0609020204030204" pitchFamily="49" charset="0"/>
              </a:rPr>
              <a:t>loop as long as the condition is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Play National Anthem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/>
            </a:r>
            <a:b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condition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// Play </a:t>
            </a:r>
            <a:r>
              <a:rPr lang="en-US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the Movie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22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406" y="914400"/>
            <a:ext cx="7888048" cy="5028631"/>
          </a:xfrm>
        </p:spPr>
      </p:pic>
    </p:spTree>
    <p:extLst>
      <p:ext uri="{BB962C8B-B14F-4D97-AF65-F5344CB8AC3E}">
        <p14:creationId xmlns:p14="http://schemas.microsoft.com/office/powerpoint/2010/main" val="393228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do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558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When you know exactly how many times you want to loop through a block of code, use the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</a:rPr>
              <a:t> loop instead of a </a:t>
            </a:r>
            <a:r>
              <a:rPr lang="en-US" dirty="0" smtClean="0">
                <a:latin typeface="Consolas" panose="020B0609020204030204" pitchFamily="49" charset="0"/>
              </a:rPr>
              <a:t>while loop.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expression 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expression 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expression 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// code block to be executed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</a:rPr>
              <a:t>Expression 1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</a:rPr>
              <a:t> is executed (one time) before the execution of the code block.</a:t>
            </a:r>
          </a:p>
          <a:p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</a:rPr>
              <a:t>Expression 2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</a:rPr>
              <a:t> defines the condition for executing the code block.</a:t>
            </a:r>
          </a:p>
          <a:p>
            <a:r>
              <a:rPr lang="en-US" sz="1700" b="1" dirty="0">
                <a:solidFill>
                  <a:srgbClr val="000000"/>
                </a:solidFill>
                <a:latin typeface="Verdana" panose="020B0604030504040204" pitchFamily="34" charset="0"/>
              </a:rPr>
              <a:t>Expression 3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</a:rPr>
              <a:t> is executed (every time) after the code block has been executed.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78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initialize Counter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test counter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increment counter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Do some stuff.</a:t>
            </a:r>
          </a:p>
          <a:p>
            <a:pPr marL="0" lvl="0" indent="0">
              <a:buNone/>
            </a:pPr>
            <a:r>
              <a:rPr lang="en-US" i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// Siri Play Paint it 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21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 for Loop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564" y="479118"/>
            <a:ext cx="4500401" cy="574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77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i;</a:t>
            </a:r>
            <a:r>
              <a:rPr lang="nn-NO" dirty="0"/>
              <a:t/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 =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 </a:t>
            </a:r>
            <a:r>
              <a:rPr lang="nn-NO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 printf(</a:t>
            </a:r>
            <a:r>
              <a:rPr lang="nn-NO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 i);</a:t>
            </a: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9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song1, song2;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// Outer loop</a:t>
            </a:r>
            <a:b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(song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song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++song)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A52A2A"/>
                </a:solidFill>
                <a:latin typeface="Consolas" panose="020B0609020204030204" pitchFamily="49" charset="0"/>
              </a:rPr>
              <a:t>“Play Roxanne 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%d\n"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song1);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// Inner loop</a:t>
            </a:r>
            <a:b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(song2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song2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++song2)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 </a:t>
            </a:r>
            <a:r>
              <a:rPr lang="en-IN" dirty="0" smtClean="0">
                <a:solidFill>
                  <a:srgbClr val="A52A2A"/>
                </a:solidFill>
                <a:latin typeface="Consolas" panose="020B0609020204030204" pitchFamily="49" charset="0"/>
              </a:rPr>
              <a:t>Play Seven Nation Army %d\n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song2);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666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ath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There is also a list of math functions available, that allows you to perform mathematical tasks on </a:t>
            </a:r>
            <a:r>
              <a:rPr lang="en-US" dirty="0" smtClean="0">
                <a:latin typeface="Consolas" panose="020B0609020204030204" pitchFamily="49" charset="0"/>
              </a:rPr>
              <a:t>numbers. To </a:t>
            </a:r>
            <a:r>
              <a:rPr lang="en-US" dirty="0">
                <a:latin typeface="Consolas" panose="020B0609020204030204" pitchFamily="49" charset="0"/>
              </a:rPr>
              <a:t>use them, you must include the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math.h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header file in your </a:t>
            </a:r>
            <a:r>
              <a:rPr lang="en-US" dirty="0" smtClean="0">
                <a:latin typeface="Consolas" panose="020B0609020204030204" pitchFamily="49" charset="0"/>
              </a:rPr>
              <a:t>program.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math.h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 smtClean="0">
                <a:latin typeface="Consolas" panose="020B0609020204030204" pitchFamily="49" charset="0"/>
              </a:rPr>
              <a:t>("%f", </a:t>
            </a:r>
            <a:r>
              <a:rPr lang="en-IN" dirty="0" err="1" smtClean="0">
                <a:latin typeface="Consolas" panose="020B0609020204030204" pitchFamily="49" charset="0"/>
              </a:rPr>
              <a:t>sqrt</a:t>
            </a:r>
            <a:r>
              <a:rPr lang="en-IN" dirty="0" smtClean="0">
                <a:latin typeface="Consolas" panose="020B0609020204030204" pitchFamily="49" charset="0"/>
              </a:rPr>
              <a:t>(25));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("%f", </a:t>
            </a:r>
            <a:r>
              <a:rPr lang="en-IN" dirty="0" smtClean="0">
                <a:latin typeface="Consolas" panose="020B0609020204030204" pitchFamily="49" charset="0"/>
              </a:rPr>
              <a:t>pow(3,4));</a:t>
            </a: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3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122"/>
            <a:ext cx="10515600" cy="6583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Pattern Printing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1454"/>
            <a:ext cx="10515600" cy="6291742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#include &lt;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&gt;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main()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{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n;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("Enter the number of rows");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scanf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("%d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", &amp;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n);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=0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&lt;n;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++)  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j=0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j&lt;n;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j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++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)  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("*");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}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("\n");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}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0;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} 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417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900"/>
            <a:ext cx="10515600" cy="725444"/>
          </a:xfrm>
        </p:spPr>
        <p:txBody>
          <a:bodyPr/>
          <a:lstStyle/>
          <a:p>
            <a:r>
              <a:rPr lang="en-US" dirty="0" smtClean="0"/>
              <a:t>Pattern Printing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8231"/>
            <a:ext cx="10515600" cy="6308521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#include &lt;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&gt;  </a:t>
            </a:r>
          </a:p>
          <a:p>
            <a:pPr>
              <a:buFont typeface="+mj-lt"/>
              <a:buAutoNum type="arabicPeriod"/>
            </a:pP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main()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{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n;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("Enter the number of rows");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scanf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("%d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", &amp;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n);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=1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&lt;=n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++)   {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2E8B57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j=1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j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&lt;=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i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 smtClean="0">
                <a:solidFill>
                  <a:srgbClr val="333333"/>
                </a:solidFill>
                <a:latin typeface="Consolas" panose="020B0609020204030204" pitchFamily="49" charset="0"/>
              </a:rPr>
              <a:t>j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++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)  </a:t>
            </a:r>
            <a:r>
              <a:rPr lang="en-IN" dirty="0" smtClean="0">
                <a:solidFill>
                  <a:srgbClr val="333333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("* 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}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    </a:t>
            </a:r>
            <a:r>
              <a:rPr lang="en-IN" dirty="0" err="1">
                <a:solidFill>
                  <a:srgbClr val="333333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("\n");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}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   </a:t>
            </a:r>
            <a:r>
              <a:rPr lang="en-IN" b="1" dirty="0">
                <a:solidFill>
                  <a:srgbClr val="006699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 0;  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rgbClr val="333333"/>
                </a:solidFill>
                <a:latin typeface="Consolas" panose="020B0609020204030204" pitchFamily="49" charset="0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92692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75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Assignments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6737"/>
            <a:ext cx="10515600" cy="502980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WAP to calcul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ate simple interest for 3 iterations.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Calculate the roots using the quadratic formula. (x</a:t>
            </a:r>
            <a:r>
              <a:rPr lang="en-US" sz="1800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+ 4x = 21 , x</a:t>
            </a:r>
            <a:r>
              <a:rPr lang="en-US" sz="1800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1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- 5x = -6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72" y="1929468"/>
            <a:ext cx="7701094" cy="423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1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Write </a:t>
            </a:r>
            <a:r>
              <a:rPr lang="en-US" dirty="0"/>
              <a:t>a Program to check if the year is a leap year or not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Write a Program to find the area of a circle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WAP for a square pattern with numbers instead of *.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WAP for a right-angled triangle with numbers instead of *.</a:t>
            </a:r>
          </a:p>
          <a:p>
            <a:pPr marL="514350" indent="-514350">
              <a:buFont typeface="+mj-lt"/>
              <a:buAutoNum type="arabicPeriod" startAt="4"/>
            </a:pPr>
            <a:endParaRPr lang="en-US" dirty="0" smtClean="0"/>
          </a:p>
          <a:p>
            <a:pPr marL="514350" indent="-514350">
              <a:buFont typeface="+mj-lt"/>
              <a:buAutoNum type="arabicPeriod" startAt="4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102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 of Two Numbers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921"/>
            <a:ext cx="10515600" cy="560566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num1, num2, sum</a:t>
            </a:r>
            <a:r>
              <a:rPr lang="en-US" dirty="0" smtClean="0">
                <a:latin typeface="Consolas" panose="020B0609020204030204" pitchFamily="49" charset="0"/>
              </a:rPr>
              <a:t>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Declare numbers and sum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("Enter the first number: </a:t>
            </a:r>
            <a:r>
              <a:rPr lang="en-US" dirty="0" smtClean="0">
                <a:latin typeface="Consolas" panose="020B0609020204030204" pitchFamily="49" charset="0"/>
              </a:rPr>
              <a:t>");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</a:rPr>
              <a:t>("%d", &amp;num1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("Enter the second number: </a:t>
            </a:r>
            <a:r>
              <a:rPr lang="en-US" dirty="0" smtClean="0">
                <a:latin typeface="Consolas" panose="020B0609020204030204" pitchFamily="49" charset="0"/>
              </a:rPr>
              <a:t>");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</a:rPr>
              <a:t>("%d", &amp;num2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    sum </a:t>
            </a:r>
            <a:r>
              <a:rPr lang="en-US" dirty="0">
                <a:latin typeface="Consolas" panose="020B0609020204030204" pitchFamily="49" charset="0"/>
              </a:rPr>
              <a:t>= num1 + num2</a:t>
            </a:r>
            <a:r>
              <a:rPr lang="en-US" dirty="0" smtClean="0">
                <a:latin typeface="Consolas" panose="020B0609020204030204" pitchFamily="49" charset="0"/>
              </a:rPr>
              <a:t>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//Adding the Values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("The sum of %d and %d is %d\n", num1, num2, sum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return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292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 of first 50 Natural Numbers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921"/>
            <a:ext cx="10515600" cy="56056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main() </a:t>
            </a:r>
            <a:endParaRPr lang="en-US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{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n = 50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Using the formula sum =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n*(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 + 1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)/2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b="1" dirty="0" smtClean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sum = (n * (n + 1)) / 2;</a:t>
            </a:r>
            <a:r>
              <a:rPr lang="en-US" dirty="0">
                <a:latin typeface="Consolas" panose="020B0609020204030204" pitchFamily="49" charset="0"/>
              </a:rPr>
              <a:t>    </a:t>
            </a:r>
            <a:endParaRPr lang="en-US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("The sum of the first %d natural numbers is: %d\n", n, sum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return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89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Largest of Three Number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921"/>
            <a:ext cx="10515600" cy="581107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num1, num2, num3, </a:t>
            </a:r>
            <a:r>
              <a:rPr lang="en-US" dirty="0">
                <a:latin typeface="Consolas" panose="020B0609020204030204" pitchFamily="49" charset="0"/>
              </a:rPr>
              <a:t>max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("Enter three numbers: ");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</a:rPr>
              <a:t>("%d %d %d", </a:t>
            </a:r>
            <a:r>
              <a:rPr lang="en-US" dirty="0" smtClean="0">
                <a:latin typeface="Consolas" panose="020B0609020204030204" pitchFamily="49" charset="0"/>
              </a:rPr>
              <a:t>&amp;num1, &amp;num2, &amp;num3);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max = </a:t>
            </a:r>
            <a:r>
              <a:rPr lang="en-US" dirty="0" smtClean="0">
                <a:latin typeface="Consolas" panose="020B0609020204030204" pitchFamily="49" charset="0"/>
              </a:rPr>
              <a:t>num1;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Assume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‘num1'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is the maximum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initially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smtClean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max &lt; </a:t>
            </a:r>
            <a:r>
              <a:rPr lang="en-US" dirty="0" smtClean="0">
                <a:latin typeface="Consolas" panose="020B0609020204030204" pitchFamily="49" charset="0"/>
              </a:rPr>
              <a:t>num2) </a:t>
            </a:r>
            <a:r>
              <a:rPr lang="en-US" dirty="0">
                <a:latin typeface="Consolas" panose="020B0609020204030204" pitchFamily="49" charset="0"/>
              </a:rPr>
              <a:t>&amp;&amp; (max = </a:t>
            </a:r>
            <a:r>
              <a:rPr lang="en-US" dirty="0" smtClean="0">
                <a:latin typeface="Consolas" panose="020B0609020204030204" pitchFamily="49" charset="0"/>
              </a:rPr>
              <a:t>num2);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If max &lt;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num2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is true, set max =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num2.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Otherwise,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skip.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(max &lt; </a:t>
            </a:r>
            <a:r>
              <a:rPr lang="en-US" dirty="0" smtClean="0">
                <a:latin typeface="Consolas" panose="020B0609020204030204" pitchFamily="49" charset="0"/>
              </a:rPr>
              <a:t>num3) </a:t>
            </a:r>
            <a:r>
              <a:rPr lang="en-US" dirty="0">
                <a:latin typeface="Consolas" panose="020B0609020204030204" pitchFamily="49" charset="0"/>
              </a:rPr>
              <a:t>&amp;&amp; (max = </a:t>
            </a:r>
            <a:r>
              <a:rPr lang="en-US" dirty="0" smtClean="0">
                <a:latin typeface="Consolas" panose="020B0609020204030204" pitchFamily="49" charset="0"/>
              </a:rPr>
              <a:t>num3);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If max &lt;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num3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is true, set max =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num3.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Otherwise,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skip.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("The largest number is: %d\n", max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return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792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Divisible by both 5 and 11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921"/>
            <a:ext cx="10515600" cy="5811079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number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("Enter an integer: </a:t>
            </a:r>
            <a:r>
              <a:rPr lang="en-US" dirty="0" smtClean="0">
                <a:latin typeface="Consolas" panose="020B0609020204030204" pitchFamily="49" charset="0"/>
              </a:rPr>
              <a:t>");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</a:rPr>
              <a:t>("%d", &amp;number</a:t>
            </a:r>
            <a:r>
              <a:rPr lang="en-US" dirty="0" smtClean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Use the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modulo operator (%)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to returns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the remainder of a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division to get 0 as the remainder.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((number % 5 == 0) &amp;&amp; (number % 11 == 0))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 is divisible by both 5 and 11.\n", number);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}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else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 is not divisible by both 5 and 11.\n", number);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return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0" ma:contentTypeDescription="Create a new document." ma:contentTypeScope="" ma:versionID="06e26cd01881f8b352b9666b1e5d735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E79C70-5D82-49B7-9A15-BF83799FC1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83F2546-3E9C-4800-A753-0415DEE909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3B39DC-D544-4362-AEBD-FDBD9F2B91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838</Words>
  <Application>Microsoft Office PowerPoint</Application>
  <PresentationFormat>Widescreen</PresentationFormat>
  <Paragraphs>150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Verdana</vt:lpstr>
      <vt:lpstr>Office Theme</vt:lpstr>
      <vt:lpstr>Programming for Problem Solving Lect #4</vt:lpstr>
      <vt:lpstr>The Condition Operator</vt:lpstr>
      <vt:lpstr>PowerPoint Presentation</vt:lpstr>
      <vt:lpstr>Contd.</vt:lpstr>
      <vt:lpstr>Loops</vt:lpstr>
      <vt:lpstr>while </vt:lpstr>
      <vt:lpstr>PowerPoint Presentation</vt:lpstr>
      <vt:lpstr>Contd.</vt:lpstr>
      <vt:lpstr>Contd.</vt:lpstr>
      <vt:lpstr>break           continue</vt:lpstr>
      <vt:lpstr>do while</vt:lpstr>
      <vt:lpstr>PowerPoint Presentation</vt:lpstr>
      <vt:lpstr>Contd.</vt:lpstr>
      <vt:lpstr>for  </vt:lpstr>
      <vt:lpstr>Contd.</vt:lpstr>
      <vt:lpstr>PowerPoint Presentation</vt:lpstr>
      <vt:lpstr>Contd.</vt:lpstr>
      <vt:lpstr>Nested Loop</vt:lpstr>
      <vt:lpstr>math function</vt:lpstr>
      <vt:lpstr>Pattern Printing</vt:lpstr>
      <vt:lpstr>Pattern Printing</vt:lpstr>
      <vt:lpstr>Assignments</vt:lpstr>
      <vt:lpstr>Assignments</vt:lpstr>
      <vt:lpstr>Sum of Two Numbers</vt:lpstr>
      <vt:lpstr>Sum of first 50 Natural Numbers</vt:lpstr>
      <vt:lpstr>Largest of Three Number</vt:lpstr>
      <vt:lpstr>Divisible by both 5 and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Admin</cp:lastModifiedBy>
  <cp:revision>78</cp:revision>
  <dcterms:created xsi:type="dcterms:W3CDTF">2025-01-16T06:48:48Z</dcterms:created>
  <dcterms:modified xsi:type="dcterms:W3CDTF">2026-01-29T05:20:28Z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