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55F2-AF65-4EAC-A57B-89C1D649F99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8E2B-5E34-4499-8599-71A4D79F5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441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55F2-AF65-4EAC-A57B-89C1D649F99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8E2B-5E34-4499-8599-71A4D79F5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48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55F2-AF65-4EAC-A57B-89C1D649F99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8E2B-5E34-4499-8599-71A4D79F5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349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55F2-AF65-4EAC-A57B-89C1D649F99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8E2B-5E34-4499-8599-71A4D79F5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63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55F2-AF65-4EAC-A57B-89C1D649F99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8E2B-5E34-4499-8599-71A4D79F5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08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55F2-AF65-4EAC-A57B-89C1D649F99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8E2B-5E34-4499-8599-71A4D79F5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27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55F2-AF65-4EAC-A57B-89C1D649F99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8E2B-5E34-4499-8599-71A4D79F5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72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55F2-AF65-4EAC-A57B-89C1D649F99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8E2B-5E34-4499-8599-71A4D79F5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46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55F2-AF65-4EAC-A57B-89C1D649F99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8E2B-5E34-4499-8599-71A4D79F5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740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55F2-AF65-4EAC-A57B-89C1D649F99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8E2B-5E34-4499-8599-71A4D79F5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3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55F2-AF65-4EAC-A57B-89C1D649F99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8E2B-5E34-4499-8599-71A4D79F5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54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A55F2-AF65-4EAC-A57B-89C1D649F99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8E2B-5E34-4499-8599-71A4D79F5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027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0018" y="224741"/>
            <a:ext cx="9144000" cy="2387600"/>
          </a:xfrm>
        </p:spPr>
        <p:txBody>
          <a:bodyPr/>
          <a:lstStyle/>
          <a:p>
            <a:r>
              <a:rPr lang="en-US" dirty="0" smtClean="0"/>
              <a:t>TEST-1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002" y="2869035"/>
            <a:ext cx="11862033" cy="3120704"/>
          </a:xfrm>
        </p:spPr>
        <p:txBody>
          <a:bodyPr>
            <a:noAutofit/>
          </a:bodyPr>
          <a:lstStyle/>
          <a:p>
            <a:r>
              <a:rPr lang="en-US" sz="2800" dirty="0" smtClean="0"/>
              <a:t>Problem Solving</a:t>
            </a:r>
          </a:p>
          <a:p>
            <a:r>
              <a:rPr lang="en-US" sz="2800" dirty="0" smtClean="0"/>
              <a:t>Students have to do the following work:</a:t>
            </a:r>
          </a:p>
          <a:p>
            <a:pPr marL="457200" indent="-457200">
              <a:buAutoNum type="arabicPeriod"/>
            </a:pPr>
            <a:r>
              <a:rPr lang="en-US" sz="2800" dirty="0" smtClean="0"/>
              <a:t>Create a flow chat for the Questions.</a:t>
            </a:r>
          </a:p>
          <a:p>
            <a:pPr marL="457200" indent="-457200">
              <a:buAutoNum type="arabicPeriod"/>
            </a:pPr>
            <a:r>
              <a:rPr lang="en-US" sz="2800" dirty="0" smtClean="0"/>
              <a:t>Write the Algorithm in their notebook.</a:t>
            </a:r>
          </a:p>
          <a:p>
            <a:pPr marL="457200" indent="-457200">
              <a:buAutoNum type="arabicPeriod"/>
            </a:pPr>
            <a:r>
              <a:rPr lang="en-US" sz="2800" dirty="0" smtClean="0"/>
              <a:t>Write the code on their machines and submit it on Teams before the end of this class.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24027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Question 1: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WAP to calculate the factorial of a number.</a:t>
            </a:r>
          </a:p>
          <a:p>
            <a:endParaRPr lang="en-US" sz="3600" dirty="0"/>
          </a:p>
          <a:p>
            <a:pPr lvl="0"/>
            <a:r>
              <a:rPr lang="en-IN" sz="3600" dirty="0"/>
              <a:t>The factorial of a non-negative integer n is the product of all positive integers less than or equal to n.</a:t>
            </a:r>
          </a:p>
          <a:p>
            <a:pPr lvl="0"/>
            <a:r>
              <a:rPr lang="en-IN" sz="3600" dirty="0"/>
              <a:t>For example, the factorial of </a:t>
            </a:r>
            <a:r>
              <a:rPr lang="en-IN" sz="3600" b="1" dirty="0"/>
              <a:t>3</a:t>
            </a:r>
            <a:r>
              <a:rPr lang="en-IN" sz="3600" dirty="0"/>
              <a:t> is 3 * 2 * 1 = 6.</a:t>
            </a:r>
          </a:p>
          <a:p>
            <a:pPr lvl="0"/>
            <a:r>
              <a:rPr lang="en-IN" sz="3600" dirty="0"/>
              <a:t>Return the factorial of the input number num.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49830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7011"/>
            <a:ext cx="10515600" cy="1325563"/>
          </a:xfrm>
        </p:spPr>
        <p:txBody>
          <a:bodyPr/>
          <a:lstStyle/>
          <a:p>
            <a:r>
              <a:rPr lang="en-US" b="1" dirty="0" smtClean="0"/>
              <a:t>Question 2: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7934" y="2345132"/>
            <a:ext cx="4269995" cy="398016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10195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Write a Program to create the below 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3127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921" y="-138215"/>
            <a:ext cx="10515600" cy="1325563"/>
          </a:xfrm>
        </p:spPr>
        <p:txBody>
          <a:bodyPr/>
          <a:lstStyle/>
          <a:p>
            <a:r>
              <a:rPr lang="en-US" b="1" dirty="0" smtClean="0"/>
              <a:t>Question 3: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7347"/>
            <a:ext cx="10515600" cy="50696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600" dirty="0" smtClean="0"/>
              <a:t>Given </a:t>
            </a:r>
            <a:r>
              <a:rPr lang="en-IN" sz="3600" dirty="0"/>
              <a:t>a non-negative integer </a:t>
            </a:r>
            <a:r>
              <a:rPr lang="en-IN" sz="3600" b="1" dirty="0"/>
              <a:t>x</a:t>
            </a:r>
            <a:r>
              <a:rPr lang="en-IN" sz="3600" dirty="0"/>
              <a:t>, return </a:t>
            </a:r>
            <a:r>
              <a:rPr lang="en-IN" sz="3600" i="1" dirty="0"/>
              <a:t>the square root of </a:t>
            </a:r>
            <a:r>
              <a:rPr lang="en-IN" sz="3600" dirty="0"/>
              <a:t>x</a:t>
            </a:r>
            <a:r>
              <a:rPr lang="en-IN" sz="3600" i="1" dirty="0"/>
              <a:t> rounded down to the nearest integer</a:t>
            </a:r>
            <a:r>
              <a:rPr lang="en-IN" sz="3600" dirty="0"/>
              <a:t>. The returned integer should be </a:t>
            </a:r>
            <a:r>
              <a:rPr lang="en-IN" sz="3600" b="1" dirty="0"/>
              <a:t>non-negative</a:t>
            </a:r>
            <a:r>
              <a:rPr lang="en-IN" sz="3600" dirty="0"/>
              <a:t> as well.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smtClean="0"/>
              <a:t>Using the </a:t>
            </a:r>
            <a:r>
              <a:rPr lang="en-US" sz="3600" dirty="0" err="1" smtClean="0"/>
              <a:t>math.h</a:t>
            </a:r>
            <a:r>
              <a:rPr lang="en-US" sz="3600" dirty="0" smtClean="0"/>
              <a:t> library.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smtClean="0"/>
              <a:t>Without the help of </a:t>
            </a:r>
            <a:r>
              <a:rPr lang="en-US" sz="3600" dirty="0" err="1" smtClean="0"/>
              <a:t>math.h</a:t>
            </a:r>
            <a:r>
              <a:rPr lang="en-US" sz="3600" dirty="0" smtClean="0"/>
              <a:t> library.</a:t>
            </a:r>
          </a:p>
          <a:p>
            <a:r>
              <a:rPr lang="en-IN" b="1" dirty="0" smtClean="0"/>
              <a:t>Example:</a:t>
            </a:r>
            <a:endParaRPr lang="en-IN" dirty="0"/>
          </a:p>
          <a:p>
            <a:r>
              <a:rPr lang="en-IN" b="1" dirty="0"/>
              <a:t>Input:</a:t>
            </a:r>
            <a:r>
              <a:rPr lang="en-IN" dirty="0"/>
              <a:t> x = 8</a:t>
            </a:r>
          </a:p>
          <a:p>
            <a:r>
              <a:rPr lang="en-IN" b="1" dirty="0"/>
              <a:t>Output:</a:t>
            </a:r>
            <a:r>
              <a:rPr lang="en-IN" dirty="0"/>
              <a:t> 2</a:t>
            </a:r>
          </a:p>
          <a:p>
            <a:r>
              <a:rPr lang="en-IN" b="1" dirty="0"/>
              <a:t>Explanation:</a:t>
            </a:r>
            <a:r>
              <a:rPr lang="en-IN" dirty="0"/>
              <a:t> The square root of 8 is 2.82842..., and since we round it down to the nearest integer, 2 is returned.</a:t>
            </a:r>
          </a:p>
          <a:p>
            <a:pPr marL="0" indent="0">
              <a:buNone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965465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TEST-1</vt:lpstr>
      <vt:lpstr>Question 1: </vt:lpstr>
      <vt:lpstr>Question 2:</vt:lpstr>
      <vt:lpstr>Question 3: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TEST-1</dc:title>
  <dc:creator>Admin</dc:creator>
  <cp:lastModifiedBy>Admin</cp:lastModifiedBy>
  <cp:revision>2</cp:revision>
  <dcterms:created xsi:type="dcterms:W3CDTF">2026-02-12T05:27:49Z</dcterms:created>
  <dcterms:modified xsi:type="dcterms:W3CDTF">2026-02-12T05:30:26Z</dcterms:modified>
</cp:coreProperties>
</file>